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01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Ultrasound Sales Growth</a:t>
            </a:r>
            <a:endParaRPr lang="zh-CN" sz="1400"/>
          </a:p>
        </p:txBody>
      </p:sp>
      <p:sp>
        <p:nvSpPr>
          <p:cNvPr id="6" name="Text"/>
          <p:cNvSpPr txBox="1"/>
          <p:nvPr/>
        </p:nvSpPr>
        <p:spPr>
          <a:xfrm>
            <a:off x="685800" y="1234440"/>
            <a:ext cx="98755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4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 Agent</a:t>
            </a:r>
            <a:endParaRPr lang="zh-CN" sz="4000"/>
          </a:p>
        </p:txBody>
      </p:sp>
      <p:sp>
        <p:nvSpPr>
          <p:cNvPr id="7" name="Text"/>
          <p:cNvSpPr txBox="1"/>
          <p:nvPr/>
        </p:nvSpPr>
        <p:spPr>
          <a:xfrm>
            <a:off x="713232" y="233172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1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 300+ ? ultrasound ????????????????????????????????</a:t>
            </a:r>
            <a:endParaRPr lang="zh-CN" sz="2100"/>
          </a:p>
        </p:txBody>
      </p:sp>
      <p:sp>
        <p:nvSpPr>
          <p:cNvPr id="8" name="Tag AI ??"/>
          <p:cNvSpPr/>
          <p:nvPr/>
        </p:nvSpPr>
        <p:spPr>
          <a:xfrm>
            <a:off x="713232" y="3657600"/>
            <a:ext cx="1143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9" name="Tag Text AI ??"/>
          <p:cNvSpPr txBox="1"/>
          <p:nvPr/>
        </p:nvSpPr>
        <p:spPr>
          <a:xfrm>
            <a:off x="786384" y="3739896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ctr"/>
            <a:r>
              <a:rPr lang="zh-CN" sz="12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AI ??</a:t>
            </a:r>
            <a:endParaRPr lang="zh-CN" sz="1200"/>
          </a:p>
        </p:txBody>
      </p:sp>
      <p:sp>
        <p:nvSpPr>
          <p:cNvPr id="10" name="Tag ????"/>
          <p:cNvSpPr/>
          <p:nvPr/>
        </p:nvSpPr>
        <p:spPr>
          <a:xfrm>
            <a:off x="2130552" y="3657600"/>
            <a:ext cx="1143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1" name="Tag Text ????"/>
          <p:cNvSpPr txBox="1"/>
          <p:nvPr/>
        </p:nvSpPr>
        <p:spPr>
          <a:xfrm>
            <a:off x="2203704" y="3739896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ctr"/>
            <a:r>
              <a:rPr lang="zh-CN" sz="12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200"/>
          </a:p>
        </p:txBody>
      </p:sp>
      <p:sp>
        <p:nvSpPr>
          <p:cNvPr id="12" name="Tag ????"/>
          <p:cNvSpPr/>
          <p:nvPr/>
        </p:nvSpPr>
        <p:spPr>
          <a:xfrm>
            <a:off x="3547872" y="3657600"/>
            <a:ext cx="1143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3" name="Tag Text ????"/>
          <p:cNvSpPr txBox="1"/>
          <p:nvPr/>
        </p:nvSpPr>
        <p:spPr>
          <a:xfrm>
            <a:off x="3621024" y="3739896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ctr"/>
            <a:r>
              <a:rPr lang="zh-CN" sz="12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200"/>
          </a:p>
        </p:txBody>
      </p:sp>
      <p:sp>
        <p:nvSpPr>
          <p:cNvPr id="14" name="Tag ????"/>
          <p:cNvSpPr/>
          <p:nvPr/>
        </p:nvSpPr>
        <p:spPr>
          <a:xfrm>
            <a:off x="4965192" y="3657600"/>
            <a:ext cx="1143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5" name="Tag Text ????"/>
          <p:cNvSpPr txBox="1"/>
          <p:nvPr/>
        </p:nvSpPr>
        <p:spPr>
          <a:xfrm>
            <a:off x="5038344" y="3739896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ctr"/>
            <a:r>
              <a:rPr lang="zh-CN" sz="12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200"/>
          </a:p>
        </p:txBody>
      </p:sp>
      <p:sp>
        <p:nvSpPr>
          <p:cNvPr id="16" name="Tag ????"/>
          <p:cNvSpPr/>
          <p:nvPr/>
        </p:nvSpPr>
        <p:spPr>
          <a:xfrm>
            <a:off x="6382512" y="3657600"/>
            <a:ext cx="11430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7" name="Tag Text ????"/>
          <p:cNvSpPr txBox="1"/>
          <p:nvPr/>
        </p:nvSpPr>
        <p:spPr>
          <a:xfrm>
            <a:off x="6455664" y="3739896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ctr"/>
            <a:r>
              <a:rPr lang="zh-CN" sz="12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02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Executive Summary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</a:t>
            </a:r>
            <a:endParaRPr lang="zh-CN" sz="3000"/>
          </a:p>
        </p:txBody>
      </p:sp>
      <p:sp>
        <p:nvSpPr>
          <p:cNvPr id="7" name="Card ?????????"/>
          <p:cNvSpPr/>
          <p:nvPr/>
        </p:nvSpPr>
        <p:spPr>
          <a:xfrm>
            <a:off x="685800" y="1828800"/>
            <a:ext cx="25603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??????"/>
          <p:cNvSpPr/>
          <p:nvPr/>
        </p:nvSpPr>
        <p:spPr>
          <a:xfrm>
            <a:off x="685800" y="1828800"/>
            <a:ext cx="73152" cy="187452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??????"/>
          <p:cNvSpPr txBox="1"/>
          <p:nvPr/>
        </p:nvSpPr>
        <p:spPr>
          <a:xfrm>
            <a:off x="886968" y="1993392"/>
            <a:ext cx="215798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?????????</a:t>
            </a:r>
            <a:endParaRPr lang="zh-CN" sz="1600"/>
          </a:p>
        </p:txBody>
      </p:sp>
      <p:sp>
        <p:nvSpPr>
          <p:cNvPr id="10" name="Card Body ?????????"/>
          <p:cNvSpPr txBox="1"/>
          <p:nvPr/>
        </p:nvSpPr>
        <p:spPr>
          <a:xfrm>
            <a:off x="886968" y="2395728"/>
            <a:ext cx="2157984" cy="11612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??????????????????????????</a:t>
            </a:r>
            <a:endParaRPr lang="zh-CN" sz="1300"/>
          </a:p>
        </p:txBody>
      </p:sp>
      <p:sp>
        <p:nvSpPr>
          <p:cNvPr id="11" name="Card ??? CRM"/>
          <p:cNvSpPr/>
          <p:nvPr/>
        </p:nvSpPr>
        <p:spPr>
          <a:xfrm>
            <a:off x="3520440" y="1828800"/>
            <a:ext cx="25603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?? CRM"/>
          <p:cNvSpPr/>
          <p:nvPr/>
        </p:nvSpPr>
        <p:spPr>
          <a:xfrm>
            <a:off x="3520440" y="1828800"/>
            <a:ext cx="73152" cy="1874520"/>
          </a:xfrm>
          <a:prstGeom prst="rect">
            <a:avLst/>
          </a:prstGeom>
          <a:solidFill>
            <a:srgbClr val="B45F2A"/>
          </a:solidFill>
          <a:ln>
            <a:noFill/>
          </a:ln>
        </p:spPr>
      </p:sp>
      <p:sp>
        <p:nvSpPr>
          <p:cNvPr id="13" name="Card Title ??? CRM"/>
          <p:cNvSpPr txBox="1"/>
          <p:nvPr/>
        </p:nvSpPr>
        <p:spPr>
          <a:xfrm>
            <a:off x="3721608" y="1993392"/>
            <a:ext cx="215798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 CRM</a:t>
            </a:r>
            <a:endParaRPr lang="zh-CN" sz="1600"/>
          </a:p>
        </p:txBody>
      </p:sp>
      <p:sp>
        <p:nvSpPr>
          <p:cNvPr id="14" name="Card Body ??? CRM"/>
          <p:cNvSpPr txBox="1"/>
          <p:nvPr/>
        </p:nvSpPr>
        <p:spPr>
          <a:xfrm>
            <a:off x="3721608" y="2395728"/>
            <a:ext cx="2157984" cy="11612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?????????????????????????????</a:t>
            </a:r>
            <a:endParaRPr lang="zh-CN" sz="1300"/>
          </a:p>
        </p:txBody>
      </p:sp>
      <p:sp>
        <p:nvSpPr>
          <p:cNvPr id="15" name="Card ????? Agent"/>
          <p:cNvSpPr/>
          <p:nvPr/>
        </p:nvSpPr>
        <p:spPr>
          <a:xfrm>
            <a:off x="6355080" y="1828800"/>
            <a:ext cx="25603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6" name="Card Accent ????? Agent"/>
          <p:cNvSpPr/>
          <p:nvPr/>
        </p:nvSpPr>
        <p:spPr>
          <a:xfrm>
            <a:off x="6355080" y="1828800"/>
            <a:ext cx="73152" cy="1874520"/>
          </a:xfrm>
          <a:prstGeom prst="rect">
            <a:avLst/>
          </a:prstGeom>
          <a:solidFill>
            <a:srgbClr val="2F7D5B"/>
          </a:solidFill>
          <a:ln>
            <a:noFill/>
          </a:ln>
        </p:spPr>
      </p:sp>
      <p:sp>
        <p:nvSpPr>
          <p:cNvPr id="17" name="Card Title ????? Agent"/>
          <p:cNvSpPr txBox="1"/>
          <p:nvPr/>
        </p:nvSpPr>
        <p:spPr>
          <a:xfrm>
            <a:off x="6556248" y="1993392"/>
            <a:ext cx="215798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 Agent</a:t>
            </a:r>
            <a:endParaRPr lang="zh-CN" sz="1600"/>
          </a:p>
        </p:txBody>
      </p:sp>
      <p:sp>
        <p:nvSpPr>
          <p:cNvPr id="18" name="Card Body ????? Agent"/>
          <p:cNvSpPr txBox="1"/>
          <p:nvPr/>
        </p:nvSpPr>
        <p:spPr>
          <a:xfrm>
            <a:off x="6556248" y="2395728"/>
            <a:ext cx="2157984" cy="11612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??????AI ??????????????????????</a:t>
            </a:r>
            <a:endParaRPr lang="zh-CN" sz="1300"/>
          </a:p>
        </p:txBody>
      </p:sp>
      <p:sp>
        <p:nvSpPr>
          <p:cNvPr id="19" name="Card ?????"/>
          <p:cNvSpPr/>
          <p:nvPr/>
        </p:nvSpPr>
        <p:spPr>
          <a:xfrm>
            <a:off x="9189720" y="1828800"/>
            <a:ext cx="2331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20" name="Card Accent ?????"/>
          <p:cNvSpPr/>
          <p:nvPr/>
        </p:nvSpPr>
        <p:spPr>
          <a:xfrm>
            <a:off x="9189720" y="1828800"/>
            <a:ext cx="73152" cy="187452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21" name="Card Title ?????"/>
          <p:cNvSpPr txBox="1"/>
          <p:nvPr/>
        </p:nvSpPr>
        <p:spPr>
          <a:xfrm>
            <a:off x="9390888" y="1993392"/>
            <a:ext cx="192938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</a:t>
            </a:r>
            <a:endParaRPr lang="zh-CN" sz="1600"/>
          </a:p>
        </p:txBody>
      </p:sp>
      <p:sp>
        <p:nvSpPr>
          <p:cNvPr id="22" name="Card Body ?????"/>
          <p:cNvSpPr txBox="1"/>
          <p:nvPr/>
        </p:nvSpPr>
        <p:spPr>
          <a:xfrm>
            <a:off x="9390888" y="2395728"/>
            <a:ext cx="1929384" cy="11612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????????????????????????????</a:t>
            </a:r>
            <a:endParaRPr lang="zh-CN" sz="1300"/>
          </a:p>
        </p:txBody>
      </p:sp>
      <p:sp>
        <p:nvSpPr>
          <p:cNvPr id="23" name="Text"/>
          <p:cNvSpPr txBox="1"/>
          <p:nvPr/>
        </p:nvSpPr>
        <p:spPr>
          <a:xfrm>
            <a:off x="822960" y="4572000"/>
            <a:ext cx="102412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???????????????????????????????????????</a:t>
            </a:r>
            <a:endParaRPr lang="zh-CN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03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Pain Scenario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</a:t>
            </a:r>
            <a:endParaRPr lang="zh-CN" sz="3000"/>
          </a:p>
        </p:txBody>
      </p:sp>
      <p:sp>
        <p:nvSpPr>
          <p:cNvPr id="7" name="Card ????"/>
          <p:cNvSpPr/>
          <p:nvPr/>
        </p:nvSpPr>
        <p:spPr>
          <a:xfrm>
            <a:off x="685800" y="178308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?"/>
          <p:cNvSpPr/>
          <p:nvPr/>
        </p:nvSpPr>
        <p:spPr>
          <a:xfrm>
            <a:off x="685800" y="1783080"/>
            <a:ext cx="73152" cy="182880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?"/>
          <p:cNvSpPr txBox="1"/>
          <p:nvPr/>
        </p:nvSpPr>
        <p:spPr>
          <a:xfrm>
            <a:off x="886968" y="1947672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0" name="Card Body ????"/>
          <p:cNvSpPr txBox="1"/>
          <p:nvPr/>
        </p:nvSpPr>
        <p:spPr>
          <a:xfrm>
            <a:off x="886968" y="2350008"/>
            <a:ext cx="288950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???????????????????????????????</a:t>
            </a:r>
            <a:endParaRPr lang="zh-CN" sz="1300"/>
          </a:p>
        </p:txBody>
      </p:sp>
      <p:sp>
        <p:nvSpPr>
          <p:cNvPr id="11" name="Card ????"/>
          <p:cNvSpPr/>
          <p:nvPr/>
        </p:nvSpPr>
        <p:spPr>
          <a:xfrm>
            <a:off x="4434840" y="178308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???"/>
          <p:cNvSpPr/>
          <p:nvPr/>
        </p:nvSpPr>
        <p:spPr>
          <a:xfrm>
            <a:off x="4434840" y="1783080"/>
            <a:ext cx="73152" cy="1828800"/>
          </a:xfrm>
          <a:prstGeom prst="rect">
            <a:avLst/>
          </a:prstGeom>
          <a:solidFill>
            <a:srgbClr val="B45F2A"/>
          </a:solidFill>
          <a:ln>
            <a:noFill/>
          </a:ln>
        </p:spPr>
      </p:sp>
      <p:sp>
        <p:nvSpPr>
          <p:cNvPr id="13" name="Card Title ????"/>
          <p:cNvSpPr txBox="1"/>
          <p:nvPr/>
        </p:nvSpPr>
        <p:spPr>
          <a:xfrm>
            <a:off x="4636008" y="1947672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4" name="Card Body ????"/>
          <p:cNvSpPr txBox="1"/>
          <p:nvPr/>
        </p:nvSpPr>
        <p:spPr>
          <a:xfrm>
            <a:off x="4636008" y="2350008"/>
            <a:ext cx="288950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 300+ ????????????????????? 10 ???</a:t>
            </a:r>
            <a:endParaRPr lang="zh-CN" sz="1300"/>
          </a:p>
        </p:txBody>
      </p:sp>
      <p:sp>
        <p:nvSpPr>
          <p:cNvPr id="15" name="Card ????"/>
          <p:cNvSpPr/>
          <p:nvPr/>
        </p:nvSpPr>
        <p:spPr>
          <a:xfrm>
            <a:off x="8183880" y="1783080"/>
            <a:ext cx="3108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6" name="Card Accent ????"/>
          <p:cNvSpPr/>
          <p:nvPr/>
        </p:nvSpPr>
        <p:spPr>
          <a:xfrm>
            <a:off x="8183880" y="1783080"/>
            <a:ext cx="73152" cy="182880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17" name="Card Title ????"/>
          <p:cNvSpPr txBox="1"/>
          <p:nvPr/>
        </p:nvSpPr>
        <p:spPr>
          <a:xfrm>
            <a:off x="8385048" y="1947672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8" name="Card Body ????"/>
          <p:cNvSpPr txBox="1"/>
          <p:nvPr/>
        </p:nvSpPr>
        <p:spPr>
          <a:xfrm>
            <a:off x="8385048" y="2350008"/>
            <a:ext cx="270662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 50%+????????????????????</a:t>
            </a:r>
            <a:endParaRPr lang="zh-CN" sz="1300"/>
          </a:p>
        </p:txBody>
      </p:sp>
      <p:sp>
        <p:nvSpPr>
          <p:cNvPr id="19" name="Text"/>
          <p:cNvSpPr txBox="1"/>
          <p:nvPr/>
        </p:nvSpPr>
        <p:spPr>
          <a:xfrm>
            <a:off x="822960" y="4434840"/>
            <a:ext cx="10424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2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?????????????????????????????????????</a:t>
            </a:r>
            <a:endParaRPr lang="zh-CN" sz="2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04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Value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</a:t>
            </a:r>
            <a:endParaRPr lang="zh-CN" sz="3000"/>
          </a:p>
        </p:txBody>
      </p:sp>
      <p:sp>
        <p:nvSpPr>
          <p:cNvPr id="7" name="Card 300+ / ?"/>
          <p:cNvSpPr/>
          <p:nvPr/>
        </p:nvSpPr>
        <p:spPr>
          <a:xfrm>
            <a:off x="731520" y="1783080"/>
            <a:ext cx="24688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300+ / ?"/>
          <p:cNvSpPr/>
          <p:nvPr/>
        </p:nvSpPr>
        <p:spPr>
          <a:xfrm>
            <a:off x="731520" y="1783080"/>
            <a:ext cx="73152" cy="192024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300+ / ?"/>
          <p:cNvSpPr txBox="1"/>
          <p:nvPr/>
        </p:nvSpPr>
        <p:spPr>
          <a:xfrm>
            <a:off x="932688" y="1947672"/>
            <a:ext cx="20665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300+ / ?</a:t>
            </a:r>
            <a:endParaRPr lang="zh-CN" sz="1600"/>
          </a:p>
        </p:txBody>
      </p:sp>
      <p:sp>
        <p:nvSpPr>
          <p:cNvPr id="10" name="Card Body 300+ / ?"/>
          <p:cNvSpPr txBox="1"/>
          <p:nvPr/>
        </p:nvSpPr>
        <p:spPr>
          <a:xfrm>
            <a:off x="932688" y="2350008"/>
            <a:ext cx="2066544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</a:t>
            </a:r>
            <a:endParaRPr lang="zh-CN" sz="1300"/>
          </a:p>
        </p:txBody>
      </p:sp>
      <p:sp>
        <p:nvSpPr>
          <p:cNvPr id="11" name="Card ? 50 ??/?"/>
          <p:cNvSpPr/>
          <p:nvPr/>
        </p:nvSpPr>
        <p:spPr>
          <a:xfrm>
            <a:off x="3429000" y="1783080"/>
            <a:ext cx="24688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 50 ??/?"/>
          <p:cNvSpPr/>
          <p:nvPr/>
        </p:nvSpPr>
        <p:spPr>
          <a:xfrm>
            <a:off x="3429000" y="1783080"/>
            <a:ext cx="73152" cy="1920240"/>
          </a:xfrm>
          <a:prstGeom prst="rect">
            <a:avLst/>
          </a:prstGeom>
          <a:solidFill>
            <a:srgbClr val="B45F2A"/>
          </a:solidFill>
          <a:ln>
            <a:noFill/>
          </a:ln>
        </p:spPr>
      </p:sp>
      <p:sp>
        <p:nvSpPr>
          <p:cNvPr id="13" name="Card Title ? 50 ??/?"/>
          <p:cNvSpPr txBox="1"/>
          <p:nvPr/>
        </p:nvSpPr>
        <p:spPr>
          <a:xfrm>
            <a:off x="3630168" y="1947672"/>
            <a:ext cx="20665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 50 ??/?</a:t>
            </a:r>
            <a:endParaRPr lang="zh-CN" sz="1600"/>
          </a:p>
        </p:txBody>
      </p:sp>
      <p:sp>
        <p:nvSpPr>
          <p:cNvPr id="14" name="Card Body ? 50 ??/?"/>
          <p:cNvSpPr txBox="1"/>
          <p:nvPr/>
        </p:nvSpPr>
        <p:spPr>
          <a:xfrm>
            <a:off x="3630168" y="2350008"/>
            <a:ext cx="2066544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?????????300 ? ? 10 ???</a:t>
            </a:r>
            <a:endParaRPr lang="zh-CN" sz="1300"/>
          </a:p>
        </p:txBody>
      </p:sp>
      <p:sp>
        <p:nvSpPr>
          <p:cNvPr id="15" name="Card 20%-30%"/>
          <p:cNvSpPr/>
          <p:nvPr/>
        </p:nvSpPr>
        <p:spPr>
          <a:xfrm>
            <a:off x="6126480" y="1783080"/>
            <a:ext cx="24688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6" name="Card Accent 20%-30%"/>
          <p:cNvSpPr/>
          <p:nvPr/>
        </p:nvSpPr>
        <p:spPr>
          <a:xfrm>
            <a:off x="6126480" y="1783080"/>
            <a:ext cx="73152" cy="1920240"/>
          </a:xfrm>
          <a:prstGeom prst="rect">
            <a:avLst/>
          </a:prstGeom>
          <a:solidFill>
            <a:srgbClr val="2F7D5B"/>
          </a:solidFill>
          <a:ln>
            <a:noFill/>
          </a:ln>
        </p:spPr>
      </p:sp>
      <p:sp>
        <p:nvSpPr>
          <p:cNvPr id="17" name="Card Title 20%-30%"/>
          <p:cNvSpPr txBox="1"/>
          <p:nvPr/>
        </p:nvSpPr>
        <p:spPr>
          <a:xfrm>
            <a:off x="6327648" y="1947672"/>
            <a:ext cx="20665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20%-30%</a:t>
            </a:r>
            <a:endParaRPr lang="zh-CN" sz="1600"/>
          </a:p>
        </p:txBody>
      </p:sp>
      <p:sp>
        <p:nvSpPr>
          <p:cNvPr id="18" name="Card Body 20%-30%"/>
          <p:cNvSpPr txBox="1"/>
          <p:nvPr/>
        </p:nvSpPr>
        <p:spPr>
          <a:xfrm>
            <a:off x="6327648" y="2350008"/>
            <a:ext cx="2066544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</a:t>
            </a:r>
            <a:endParaRPr lang="zh-CN" sz="1300"/>
          </a:p>
        </p:txBody>
      </p:sp>
      <p:sp>
        <p:nvSpPr>
          <p:cNvPr id="19" name="Card 50%+"/>
          <p:cNvSpPr/>
          <p:nvPr/>
        </p:nvSpPr>
        <p:spPr>
          <a:xfrm>
            <a:off x="8823960" y="1783080"/>
            <a:ext cx="24688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20" name="Card Accent 50%+"/>
          <p:cNvSpPr/>
          <p:nvPr/>
        </p:nvSpPr>
        <p:spPr>
          <a:xfrm>
            <a:off x="8823960" y="1783080"/>
            <a:ext cx="73152" cy="192024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21" name="Card Title 50%+"/>
          <p:cNvSpPr txBox="1"/>
          <p:nvPr/>
        </p:nvSpPr>
        <p:spPr>
          <a:xfrm>
            <a:off x="9025128" y="1947672"/>
            <a:ext cx="20665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50%+</a:t>
            </a:r>
            <a:endParaRPr lang="zh-CN" sz="1600"/>
          </a:p>
        </p:txBody>
      </p:sp>
      <p:sp>
        <p:nvSpPr>
          <p:cNvPr id="22" name="Card Body 50%+"/>
          <p:cNvSpPr txBox="1"/>
          <p:nvPr/>
        </p:nvSpPr>
        <p:spPr>
          <a:xfrm>
            <a:off x="9025128" y="2350008"/>
            <a:ext cx="2066544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</a:t>
            </a:r>
            <a:endParaRPr lang="zh-CN" sz="1300"/>
          </a:p>
        </p:txBody>
      </p:sp>
      <p:sp>
        <p:nvSpPr>
          <p:cNvPr id="23" name="Text"/>
          <p:cNvSpPr txBox="1"/>
          <p:nvPr/>
        </p:nvSpPr>
        <p:spPr>
          <a:xfrm>
            <a:off x="822960" y="4572000"/>
            <a:ext cx="102412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2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??????????????????????????????????</a:t>
            </a:r>
            <a:endParaRPr lang="zh-CN" sz="2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05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Product Flow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</a:t>
            </a:r>
            <a:endParaRPr lang="zh-CN" sz="3000"/>
          </a:p>
        </p:txBody>
      </p:sp>
      <p:sp>
        <p:nvSpPr>
          <p:cNvPr id="7" name="Card ????"/>
          <p:cNvSpPr/>
          <p:nvPr/>
        </p:nvSpPr>
        <p:spPr>
          <a:xfrm>
            <a:off x="502920" y="2057400"/>
            <a:ext cx="16276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?"/>
          <p:cNvSpPr/>
          <p:nvPr/>
        </p:nvSpPr>
        <p:spPr>
          <a:xfrm>
            <a:off x="502920" y="2057400"/>
            <a:ext cx="73152" cy="150876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?"/>
          <p:cNvSpPr txBox="1"/>
          <p:nvPr/>
        </p:nvSpPr>
        <p:spPr>
          <a:xfrm>
            <a:off x="704088" y="2221992"/>
            <a:ext cx="122529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0" name="Card Body ????"/>
          <p:cNvSpPr txBox="1"/>
          <p:nvPr/>
        </p:nvSpPr>
        <p:spPr>
          <a:xfrm>
            <a:off x="704088" y="2624328"/>
            <a:ext cx="1225296" cy="795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 / ?? / ?? / ????</a:t>
            </a:r>
            <a:endParaRPr lang="zh-CN" sz="1300"/>
          </a:p>
        </p:txBody>
      </p:sp>
      <p:sp>
        <p:nvSpPr>
          <p:cNvPr id="11" name="Text"/>
          <p:cNvSpPr txBox="1"/>
          <p:nvPr/>
        </p:nvSpPr>
        <p:spPr>
          <a:xfrm>
            <a:off x="2167128" y="26060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</a:t>
            </a:r>
            <a:endParaRPr lang="zh-CN" sz="2000"/>
          </a:p>
        </p:txBody>
      </p:sp>
      <p:sp>
        <p:nvSpPr>
          <p:cNvPr id="12" name="Card AI ??"/>
          <p:cNvSpPr/>
          <p:nvPr/>
        </p:nvSpPr>
        <p:spPr>
          <a:xfrm>
            <a:off x="2404872" y="2057400"/>
            <a:ext cx="16276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3" name="Card Accent AI ??"/>
          <p:cNvSpPr/>
          <p:nvPr/>
        </p:nvSpPr>
        <p:spPr>
          <a:xfrm>
            <a:off x="2404872" y="2057400"/>
            <a:ext cx="73152" cy="150876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14" name="Card Title AI ??"/>
          <p:cNvSpPr txBox="1"/>
          <p:nvPr/>
        </p:nvSpPr>
        <p:spPr>
          <a:xfrm>
            <a:off x="2606040" y="2221992"/>
            <a:ext cx="122529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AI ??</a:t>
            </a:r>
            <a:endParaRPr lang="zh-CN" sz="1600"/>
          </a:p>
        </p:txBody>
      </p:sp>
      <p:sp>
        <p:nvSpPr>
          <p:cNvPr id="15" name="Card Body AI ??"/>
          <p:cNvSpPr txBox="1"/>
          <p:nvPr/>
        </p:nvSpPr>
        <p:spPr>
          <a:xfrm>
            <a:off x="2606040" y="2624328"/>
            <a:ext cx="1225296" cy="795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</a:t>
            </a:r>
            <a:endParaRPr lang="zh-CN" sz="1300"/>
          </a:p>
        </p:txBody>
      </p:sp>
      <p:sp>
        <p:nvSpPr>
          <p:cNvPr id="16" name="Text"/>
          <p:cNvSpPr txBox="1"/>
          <p:nvPr/>
        </p:nvSpPr>
        <p:spPr>
          <a:xfrm>
            <a:off x="4069080" y="26060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</a:t>
            </a:r>
            <a:endParaRPr lang="zh-CN" sz="2000"/>
          </a:p>
        </p:txBody>
      </p:sp>
      <p:sp>
        <p:nvSpPr>
          <p:cNvPr id="17" name="Card ????"/>
          <p:cNvSpPr/>
          <p:nvPr/>
        </p:nvSpPr>
        <p:spPr>
          <a:xfrm>
            <a:off x="4306824" y="2057400"/>
            <a:ext cx="16276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8" name="Card Accent ????"/>
          <p:cNvSpPr/>
          <p:nvPr/>
        </p:nvSpPr>
        <p:spPr>
          <a:xfrm>
            <a:off x="4306824" y="2057400"/>
            <a:ext cx="73152" cy="150876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19" name="Card Title ????"/>
          <p:cNvSpPr txBox="1"/>
          <p:nvPr/>
        </p:nvSpPr>
        <p:spPr>
          <a:xfrm>
            <a:off x="4507992" y="2221992"/>
            <a:ext cx="122529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20" name="Card Body ????"/>
          <p:cNvSpPr txBox="1"/>
          <p:nvPr/>
        </p:nvSpPr>
        <p:spPr>
          <a:xfrm>
            <a:off x="4507992" y="2624328"/>
            <a:ext cx="1225296" cy="795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?????/??????</a:t>
            </a:r>
            <a:endParaRPr lang="zh-CN" sz="1300"/>
          </a:p>
        </p:txBody>
      </p:sp>
      <p:sp>
        <p:nvSpPr>
          <p:cNvPr id="21" name="Text"/>
          <p:cNvSpPr txBox="1"/>
          <p:nvPr/>
        </p:nvSpPr>
        <p:spPr>
          <a:xfrm>
            <a:off x="5971032" y="26060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</a:t>
            </a:r>
            <a:endParaRPr lang="zh-CN" sz="2000"/>
          </a:p>
        </p:txBody>
      </p:sp>
      <p:sp>
        <p:nvSpPr>
          <p:cNvPr id="22" name="Card ????"/>
          <p:cNvSpPr/>
          <p:nvPr/>
        </p:nvSpPr>
        <p:spPr>
          <a:xfrm>
            <a:off x="6208776" y="2057400"/>
            <a:ext cx="16276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23" name="Card Accent ????"/>
          <p:cNvSpPr/>
          <p:nvPr/>
        </p:nvSpPr>
        <p:spPr>
          <a:xfrm>
            <a:off x="6208776" y="2057400"/>
            <a:ext cx="73152" cy="150876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24" name="Card Title ????"/>
          <p:cNvSpPr txBox="1"/>
          <p:nvPr/>
        </p:nvSpPr>
        <p:spPr>
          <a:xfrm>
            <a:off x="6409944" y="2221992"/>
            <a:ext cx="122529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25" name="Card Body ????"/>
          <p:cNvSpPr txBox="1"/>
          <p:nvPr/>
        </p:nvSpPr>
        <p:spPr>
          <a:xfrm>
            <a:off x="6409944" y="2624328"/>
            <a:ext cx="1225296" cy="795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</a:t>
            </a:r>
            <a:endParaRPr lang="zh-CN" sz="1300"/>
          </a:p>
        </p:txBody>
      </p:sp>
      <p:sp>
        <p:nvSpPr>
          <p:cNvPr id="26" name="Text"/>
          <p:cNvSpPr txBox="1"/>
          <p:nvPr/>
        </p:nvSpPr>
        <p:spPr>
          <a:xfrm>
            <a:off x="7872984" y="26060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</a:t>
            </a:r>
            <a:endParaRPr lang="zh-CN" sz="2000"/>
          </a:p>
        </p:txBody>
      </p:sp>
      <p:sp>
        <p:nvSpPr>
          <p:cNvPr id="27" name="Card ????"/>
          <p:cNvSpPr/>
          <p:nvPr/>
        </p:nvSpPr>
        <p:spPr>
          <a:xfrm>
            <a:off x="8110728" y="2057400"/>
            <a:ext cx="16276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28" name="Card Accent ????"/>
          <p:cNvSpPr/>
          <p:nvPr/>
        </p:nvSpPr>
        <p:spPr>
          <a:xfrm>
            <a:off x="8110728" y="2057400"/>
            <a:ext cx="73152" cy="150876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29" name="Card Title ????"/>
          <p:cNvSpPr txBox="1"/>
          <p:nvPr/>
        </p:nvSpPr>
        <p:spPr>
          <a:xfrm>
            <a:off x="8311896" y="2221992"/>
            <a:ext cx="122529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30" name="Card Body ????"/>
          <p:cNvSpPr txBox="1"/>
          <p:nvPr/>
        </p:nvSpPr>
        <p:spPr>
          <a:xfrm>
            <a:off x="8311896" y="2624328"/>
            <a:ext cx="1225296" cy="795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</a:t>
            </a:r>
            <a:endParaRPr lang="zh-CN" sz="1300"/>
          </a:p>
        </p:txBody>
      </p:sp>
      <p:sp>
        <p:nvSpPr>
          <p:cNvPr id="31" name="Text"/>
          <p:cNvSpPr txBox="1"/>
          <p:nvPr/>
        </p:nvSpPr>
        <p:spPr>
          <a:xfrm>
            <a:off x="9774936" y="26060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</a:t>
            </a:r>
            <a:endParaRPr lang="zh-CN" sz="2000"/>
          </a:p>
        </p:txBody>
      </p:sp>
      <p:sp>
        <p:nvSpPr>
          <p:cNvPr id="32" name="Card ????"/>
          <p:cNvSpPr/>
          <p:nvPr/>
        </p:nvSpPr>
        <p:spPr>
          <a:xfrm>
            <a:off x="10012680" y="2057400"/>
            <a:ext cx="162763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33" name="Card Accent ????"/>
          <p:cNvSpPr/>
          <p:nvPr/>
        </p:nvSpPr>
        <p:spPr>
          <a:xfrm>
            <a:off x="10012680" y="2057400"/>
            <a:ext cx="73152" cy="150876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34" name="Card Title ????"/>
          <p:cNvSpPr txBox="1"/>
          <p:nvPr/>
        </p:nvSpPr>
        <p:spPr>
          <a:xfrm>
            <a:off x="10213848" y="2221992"/>
            <a:ext cx="122529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35" name="Card Body ????"/>
          <p:cNvSpPr txBox="1"/>
          <p:nvPr/>
        </p:nvSpPr>
        <p:spPr>
          <a:xfrm>
            <a:off x="10213848" y="2624328"/>
            <a:ext cx="1225296" cy="795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</a:t>
            </a:r>
            <a:endParaRPr lang="zh-CN" sz="1300"/>
          </a:p>
        </p:txBody>
      </p:sp>
      <p:sp>
        <p:nvSpPr>
          <p:cNvPr id="36" name="Text"/>
          <p:cNvSpPr txBox="1"/>
          <p:nvPr/>
        </p:nvSpPr>
        <p:spPr>
          <a:xfrm>
            <a:off x="777240" y="4526280"/>
            <a:ext cx="102412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 AI ?????????????????????</a:t>
            </a:r>
            <a:endParaRPr lang="zh-CN"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06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Customer Profile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</a:t>
            </a:r>
            <a:endParaRPr lang="zh-CN" sz="3000"/>
          </a:p>
        </p:txBody>
      </p:sp>
      <p:sp>
        <p:nvSpPr>
          <p:cNvPr id="7" name="Card ?????"/>
          <p:cNvSpPr/>
          <p:nvPr/>
        </p:nvSpPr>
        <p:spPr>
          <a:xfrm>
            <a:off x="868680" y="1874520"/>
            <a:ext cx="49834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??"/>
          <p:cNvSpPr/>
          <p:nvPr/>
        </p:nvSpPr>
        <p:spPr>
          <a:xfrm>
            <a:off x="868680" y="1874520"/>
            <a:ext cx="73152" cy="297180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??"/>
          <p:cNvSpPr txBox="1"/>
          <p:nvPr/>
        </p:nvSpPr>
        <p:spPr>
          <a:xfrm>
            <a:off x="1069848" y="2039112"/>
            <a:ext cx="4581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</a:t>
            </a:r>
            <a:endParaRPr lang="zh-CN" sz="1600"/>
          </a:p>
        </p:txBody>
      </p:sp>
      <p:sp>
        <p:nvSpPr>
          <p:cNvPr id="10" name="Card Body ?????"/>
          <p:cNvSpPr txBox="1"/>
          <p:nvPr/>
        </p:nvSpPr>
        <p:spPr>
          <a:xfrm>
            <a:off x="1069848" y="2441448"/>
            <a:ext cx="4581144" cy="2258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</a:t>
            </a:r>
            <a:endParaRPr lang="zh-CN" sz="1300"/>
          </a:p>
        </p:txBody>
      </p:sp>
      <p:sp>
        <p:nvSpPr>
          <p:cNvPr id="11" name="Card ?? / ??????"/>
          <p:cNvSpPr/>
          <p:nvPr/>
        </p:nvSpPr>
        <p:spPr>
          <a:xfrm>
            <a:off x="6355080" y="1874520"/>
            <a:ext cx="49834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? / ??????"/>
          <p:cNvSpPr/>
          <p:nvPr/>
        </p:nvSpPr>
        <p:spPr>
          <a:xfrm>
            <a:off x="6355080" y="1874520"/>
            <a:ext cx="73152" cy="2971800"/>
          </a:xfrm>
          <a:prstGeom prst="rect">
            <a:avLst/>
          </a:prstGeom>
          <a:solidFill>
            <a:srgbClr val="2F7D5B"/>
          </a:solidFill>
          <a:ln>
            <a:noFill/>
          </a:ln>
        </p:spPr>
      </p:sp>
      <p:sp>
        <p:nvSpPr>
          <p:cNvPr id="13" name="Card Title ?? / ??????"/>
          <p:cNvSpPr txBox="1"/>
          <p:nvPr/>
        </p:nvSpPr>
        <p:spPr>
          <a:xfrm>
            <a:off x="6556248" y="2039112"/>
            <a:ext cx="4581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 / ??????</a:t>
            </a:r>
            <a:endParaRPr lang="zh-CN" sz="1600"/>
          </a:p>
        </p:txBody>
      </p:sp>
      <p:sp>
        <p:nvSpPr>
          <p:cNvPr id="14" name="Card Body ?? / ??????"/>
          <p:cNvSpPr txBox="1"/>
          <p:nvPr/>
        </p:nvSpPr>
        <p:spPr>
          <a:xfrm>
            <a:off x="6556248" y="2441448"/>
            <a:ext cx="4581144" cy="2258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</a:t>
            </a:r>
            <a:endParaRPr lang="zh-CN" sz="1300"/>
          </a:p>
        </p:txBody>
      </p:sp>
      <p:sp>
        <p:nvSpPr>
          <p:cNvPr id="15" name="Text"/>
          <p:cNvSpPr txBox="1"/>
          <p:nvPr/>
        </p:nvSpPr>
        <p:spPr>
          <a:xfrm>
            <a:off x="868680" y="530352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??????????????????????????</a:t>
            </a:r>
            <a:endParaRPr lang="zh-CN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07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Feedback &amp; Reports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</a:t>
            </a:r>
            <a:endParaRPr lang="zh-CN" sz="3000"/>
          </a:p>
        </p:txBody>
      </p:sp>
      <p:sp>
        <p:nvSpPr>
          <p:cNvPr id="7" name="Card ??????????"/>
          <p:cNvSpPr/>
          <p:nvPr/>
        </p:nvSpPr>
        <p:spPr>
          <a:xfrm>
            <a:off x="685800" y="1737360"/>
            <a:ext cx="34747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???????"/>
          <p:cNvSpPr/>
          <p:nvPr/>
        </p:nvSpPr>
        <p:spPr>
          <a:xfrm>
            <a:off x="685800" y="1737360"/>
            <a:ext cx="73152" cy="274320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???????"/>
          <p:cNvSpPr txBox="1"/>
          <p:nvPr/>
        </p:nvSpPr>
        <p:spPr>
          <a:xfrm>
            <a:off x="886968" y="1901952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??????????</a:t>
            </a:r>
            <a:endParaRPr lang="zh-CN" sz="1600"/>
          </a:p>
        </p:txBody>
      </p:sp>
      <p:sp>
        <p:nvSpPr>
          <p:cNvPr id="10" name="Card Body ??????????"/>
          <p:cNvSpPr txBox="1"/>
          <p:nvPr/>
        </p:nvSpPr>
        <p:spPr>
          <a:xfrm>
            <a:off x="886968" y="2304288"/>
            <a:ext cx="3072384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 / ??? / ?? / ??? / 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</a:t>
            </a:r>
            <a:endParaRPr lang="zh-CN" sz="1300"/>
          </a:p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</a:t>
            </a:r>
            <a:endParaRPr lang="zh-CN" sz="1300"/>
          </a:p>
        </p:txBody>
      </p:sp>
      <p:sp>
        <p:nvSpPr>
          <p:cNvPr id="11" name="Card ??????????"/>
          <p:cNvSpPr/>
          <p:nvPr/>
        </p:nvSpPr>
        <p:spPr>
          <a:xfrm>
            <a:off x="4434840" y="1737360"/>
            <a:ext cx="34747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?????????"/>
          <p:cNvSpPr/>
          <p:nvPr/>
        </p:nvSpPr>
        <p:spPr>
          <a:xfrm>
            <a:off x="4434840" y="1737360"/>
            <a:ext cx="73152" cy="274320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13" name="Card Title ??????????"/>
          <p:cNvSpPr txBox="1"/>
          <p:nvPr/>
        </p:nvSpPr>
        <p:spPr>
          <a:xfrm>
            <a:off x="4636008" y="1901952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??????????</a:t>
            </a:r>
            <a:endParaRPr lang="zh-CN" sz="1600"/>
          </a:p>
        </p:txBody>
      </p:sp>
      <p:sp>
        <p:nvSpPr>
          <p:cNvPr id="14" name="Card Body ??????????"/>
          <p:cNvSpPr txBox="1"/>
          <p:nvPr/>
        </p:nvSpPr>
        <p:spPr>
          <a:xfrm>
            <a:off x="4636008" y="2304288"/>
            <a:ext cx="3072384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???????????????????????/???????????????????????????</a:t>
            </a:r>
            <a:endParaRPr lang="zh-CN" sz="1300"/>
          </a:p>
        </p:txBody>
      </p:sp>
      <p:sp>
        <p:nvSpPr>
          <p:cNvPr id="15" name="Card ?????????"/>
          <p:cNvSpPr/>
          <p:nvPr/>
        </p:nvSpPr>
        <p:spPr>
          <a:xfrm>
            <a:off x="8183880" y="1737360"/>
            <a:ext cx="31089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6" name="Card Accent ?????????"/>
          <p:cNvSpPr/>
          <p:nvPr/>
        </p:nvSpPr>
        <p:spPr>
          <a:xfrm>
            <a:off x="8183880" y="1737360"/>
            <a:ext cx="73152" cy="2743200"/>
          </a:xfrm>
          <a:prstGeom prst="rect">
            <a:avLst/>
          </a:prstGeom>
          <a:solidFill>
            <a:srgbClr val="2F7D5B"/>
          </a:solidFill>
          <a:ln>
            <a:noFill/>
          </a:ln>
        </p:spPr>
      </p:sp>
      <p:sp>
        <p:nvSpPr>
          <p:cNvPr id="17" name="Card Title ?????????"/>
          <p:cNvSpPr txBox="1"/>
          <p:nvPr/>
        </p:nvSpPr>
        <p:spPr>
          <a:xfrm>
            <a:off x="8385048" y="1901952"/>
            <a:ext cx="270662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?????????</a:t>
            </a:r>
            <a:endParaRPr lang="zh-CN" sz="1600"/>
          </a:p>
        </p:txBody>
      </p:sp>
      <p:sp>
        <p:nvSpPr>
          <p:cNvPr id="18" name="Card Body ?????????"/>
          <p:cNvSpPr txBox="1"/>
          <p:nvPr/>
        </p:nvSpPr>
        <p:spPr>
          <a:xfrm>
            <a:off x="8385048" y="2304288"/>
            <a:ext cx="2706624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?????????????????????????/???????</a:t>
            </a:r>
            <a:endParaRPr lang="zh-CN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08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Technical Approach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??????????????????????</a:t>
            </a:r>
            <a:endParaRPr lang="zh-CN" sz="3000"/>
          </a:p>
        </p:txBody>
      </p:sp>
      <p:sp>
        <p:nvSpPr>
          <p:cNvPr id="7" name="Card ????"/>
          <p:cNvSpPr/>
          <p:nvPr/>
        </p:nvSpPr>
        <p:spPr>
          <a:xfrm>
            <a:off x="777240" y="1828800"/>
            <a:ext cx="3291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?"/>
          <p:cNvSpPr/>
          <p:nvPr/>
        </p:nvSpPr>
        <p:spPr>
          <a:xfrm>
            <a:off x="777240" y="1828800"/>
            <a:ext cx="73152" cy="210312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?"/>
          <p:cNvSpPr txBox="1"/>
          <p:nvPr/>
        </p:nvSpPr>
        <p:spPr>
          <a:xfrm>
            <a:off x="978408" y="1993392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0" name="Card Body ????"/>
          <p:cNvSpPr txBox="1"/>
          <p:nvPr/>
        </p:nvSpPr>
        <p:spPr>
          <a:xfrm>
            <a:off x="978408" y="2395728"/>
            <a:ext cx="2889504" cy="1389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?????AI ?????????????????????????</a:t>
            </a:r>
            <a:endParaRPr lang="zh-CN" sz="1300"/>
          </a:p>
        </p:txBody>
      </p:sp>
      <p:sp>
        <p:nvSpPr>
          <p:cNvPr id="11" name="Card ????"/>
          <p:cNvSpPr/>
          <p:nvPr/>
        </p:nvSpPr>
        <p:spPr>
          <a:xfrm>
            <a:off x="4434840" y="1828800"/>
            <a:ext cx="3291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???"/>
          <p:cNvSpPr/>
          <p:nvPr/>
        </p:nvSpPr>
        <p:spPr>
          <a:xfrm>
            <a:off x="4434840" y="1828800"/>
            <a:ext cx="73152" cy="2103120"/>
          </a:xfrm>
          <a:prstGeom prst="rect">
            <a:avLst/>
          </a:prstGeom>
          <a:solidFill>
            <a:srgbClr val="224E7A"/>
          </a:solidFill>
          <a:ln>
            <a:noFill/>
          </a:ln>
        </p:spPr>
      </p:sp>
      <p:sp>
        <p:nvSpPr>
          <p:cNvPr id="13" name="Card Title ????"/>
          <p:cNvSpPr txBox="1"/>
          <p:nvPr/>
        </p:nvSpPr>
        <p:spPr>
          <a:xfrm>
            <a:off x="4636008" y="1993392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4" name="Card Body ????"/>
          <p:cNvSpPr txBox="1"/>
          <p:nvPr/>
        </p:nvSpPr>
        <p:spPr>
          <a:xfrm>
            <a:off x="4636008" y="2395728"/>
            <a:ext cx="2889504" cy="1389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 UTC????????????</a:t>
            </a:r>
            <a:endParaRPr lang="zh-CN" sz="1300"/>
          </a:p>
        </p:txBody>
      </p:sp>
      <p:sp>
        <p:nvSpPr>
          <p:cNvPr id="15" name="Card ????"/>
          <p:cNvSpPr/>
          <p:nvPr/>
        </p:nvSpPr>
        <p:spPr>
          <a:xfrm>
            <a:off x="8092440" y="1828800"/>
            <a:ext cx="3291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6" name="Card Accent ????"/>
          <p:cNvSpPr/>
          <p:nvPr/>
        </p:nvSpPr>
        <p:spPr>
          <a:xfrm>
            <a:off x="8092440" y="1828800"/>
            <a:ext cx="73152" cy="2103120"/>
          </a:xfrm>
          <a:prstGeom prst="rect">
            <a:avLst/>
          </a:prstGeom>
          <a:solidFill>
            <a:srgbClr val="B45F2A"/>
          </a:solidFill>
          <a:ln>
            <a:noFill/>
          </a:ln>
        </p:spPr>
      </p:sp>
      <p:sp>
        <p:nvSpPr>
          <p:cNvPr id="17" name="Card Title ????"/>
          <p:cNvSpPr txBox="1"/>
          <p:nvPr/>
        </p:nvSpPr>
        <p:spPr>
          <a:xfrm>
            <a:off x="8293608" y="1993392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8" name="Card Body ????"/>
          <p:cNvSpPr txBox="1"/>
          <p:nvPr/>
        </p:nvSpPr>
        <p:spPr>
          <a:xfrm>
            <a:off x="8293608" y="2395728"/>
            <a:ext cx="2889504" cy="1389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 Facebook/LinkedIn ????????????????</a:t>
            </a:r>
            <a:endParaRPr lang="zh-CN" sz="1300"/>
          </a:p>
        </p:txBody>
      </p:sp>
      <p:sp>
        <p:nvSpPr>
          <p:cNvPr id="19" name="Text"/>
          <p:cNvSpPr txBox="1"/>
          <p:nvPr/>
        </p:nvSpPr>
        <p:spPr>
          <a:xfrm>
            <a:off x="822960" y="470916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????????????????????????????</a:t>
            </a:r>
            <a:endParaRPr lang="zh-CN"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09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Implementation Map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</a:t>
            </a:r>
            <a:endParaRPr lang="zh-CN" sz="3000"/>
          </a:p>
        </p:txBody>
      </p:sp>
      <p:sp>
        <p:nvSpPr>
          <p:cNvPr id="7" name="Table Header"/>
          <p:cNvSpPr/>
          <p:nvPr/>
        </p:nvSpPr>
        <p:spPr>
          <a:xfrm>
            <a:off x="566928" y="1600200"/>
            <a:ext cx="11064240" cy="576072"/>
          </a:xfrm>
          <a:prstGeom prst="rect">
            <a:avLst/>
          </a:prstGeom>
          <a:solidFill>
            <a:srgbClr val="EAF2F7"/>
          </a:solidFill>
          <a:ln w="12700">
            <a:solidFill>
              <a:srgbClr val="D7DFEB"/>
            </a:solidFill>
          </a:ln>
        </p:spPr>
      </p:sp>
      <p:sp>
        <p:nvSpPr>
          <p:cNvPr id="8" name="Table Header Cell 0"/>
          <p:cNvSpPr/>
          <p:nvPr/>
        </p:nvSpPr>
        <p:spPr>
          <a:xfrm>
            <a:off x="566928" y="1600200"/>
            <a:ext cx="1874520" cy="576072"/>
          </a:xfrm>
          <a:prstGeom prst="rect">
            <a:avLst/>
          </a:prstGeom>
          <a:solidFill>
            <a:srgbClr val="EAF2F7"/>
          </a:solidFill>
          <a:ln w="12700">
            <a:solidFill>
              <a:srgbClr val="D7DFEB"/>
            </a:solidFill>
          </a:ln>
        </p:spPr>
      </p:sp>
      <p:sp>
        <p:nvSpPr>
          <p:cNvPr id="9" name="Table Header Text 0"/>
          <p:cNvSpPr txBox="1"/>
          <p:nvPr/>
        </p:nvSpPr>
        <p:spPr>
          <a:xfrm>
            <a:off x="640080" y="1709928"/>
            <a:ext cx="172821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050"/>
          </a:p>
        </p:txBody>
      </p:sp>
      <p:sp>
        <p:nvSpPr>
          <p:cNvPr id="10" name="Table Header Cell 1"/>
          <p:cNvSpPr/>
          <p:nvPr/>
        </p:nvSpPr>
        <p:spPr>
          <a:xfrm>
            <a:off x="2441448" y="1600200"/>
            <a:ext cx="5532120" cy="576072"/>
          </a:xfrm>
          <a:prstGeom prst="rect">
            <a:avLst/>
          </a:prstGeom>
          <a:solidFill>
            <a:srgbClr val="EAF2F7"/>
          </a:solidFill>
          <a:ln w="12700">
            <a:solidFill>
              <a:srgbClr val="D7DFEB"/>
            </a:solidFill>
          </a:ln>
        </p:spPr>
      </p:sp>
      <p:sp>
        <p:nvSpPr>
          <p:cNvPr id="11" name="Table Header Text 1"/>
          <p:cNvSpPr txBox="1"/>
          <p:nvPr/>
        </p:nvSpPr>
        <p:spPr>
          <a:xfrm>
            <a:off x="2514600" y="1709928"/>
            <a:ext cx="538581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050"/>
          </a:p>
        </p:txBody>
      </p:sp>
      <p:sp>
        <p:nvSpPr>
          <p:cNvPr id="12" name="Table Header Cell 2"/>
          <p:cNvSpPr/>
          <p:nvPr/>
        </p:nvSpPr>
        <p:spPr>
          <a:xfrm>
            <a:off x="7973568" y="1600200"/>
            <a:ext cx="3657600" cy="576072"/>
          </a:xfrm>
          <a:prstGeom prst="rect">
            <a:avLst/>
          </a:prstGeom>
          <a:solidFill>
            <a:srgbClr val="EAF2F7"/>
          </a:solidFill>
          <a:ln w="12700">
            <a:solidFill>
              <a:srgbClr val="D7DFEB"/>
            </a:solidFill>
          </a:ln>
        </p:spPr>
      </p:sp>
      <p:sp>
        <p:nvSpPr>
          <p:cNvPr id="13" name="Table Header Text 2"/>
          <p:cNvSpPr txBox="1"/>
          <p:nvPr/>
        </p:nvSpPr>
        <p:spPr>
          <a:xfrm>
            <a:off x="8046720" y="1709928"/>
            <a:ext cx="351129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??????</a:t>
            </a:r>
            <a:endParaRPr lang="zh-CN" sz="1050"/>
          </a:p>
        </p:txBody>
      </p:sp>
      <p:sp>
        <p:nvSpPr>
          <p:cNvPr id="14" name="Table Cell 0-0"/>
          <p:cNvSpPr/>
          <p:nvPr/>
        </p:nvSpPr>
        <p:spPr>
          <a:xfrm>
            <a:off x="566928" y="2176272"/>
            <a:ext cx="18745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5" name="Table Text 0-0"/>
          <p:cNvSpPr txBox="1"/>
          <p:nvPr/>
        </p:nvSpPr>
        <p:spPr>
          <a:xfrm>
            <a:off x="640080" y="2267712"/>
            <a:ext cx="17282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050"/>
          </a:p>
        </p:txBody>
      </p:sp>
      <p:sp>
        <p:nvSpPr>
          <p:cNvPr id="16" name="Table Cell 0-1"/>
          <p:cNvSpPr/>
          <p:nvPr/>
        </p:nvSpPr>
        <p:spPr>
          <a:xfrm>
            <a:off x="2441448" y="2176272"/>
            <a:ext cx="5532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7" name="Table Text 0-1"/>
          <p:cNvSpPr txBox="1"/>
          <p:nvPr/>
        </p:nvSpPr>
        <p:spPr>
          <a:xfrm>
            <a:off x="2514600" y="2267712"/>
            <a:ext cx="53858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Webhook/API?IMAP ? Graph/Gmail API?CSV/Excel??? OCR</a:t>
            </a:r>
            <a:endParaRPr lang="zh-CN" sz="1050"/>
          </a:p>
        </p:txBody>
      </p:sp>
      <p:sp>
        <p:nvSpPr>
          <p:cNvPr id="18" name="Table Cell 0-2"/>
          <p:cNvSpPr/>
          <p:nvPr/>
        </p:nvSpPr>
        <p:spPr>
          <a:xfrm>
            <a:off x="7973568" y="2176272"/>
            <a:ext cx="3657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9" name="Table Text 0-2"/>
          <p:cNvSpPr txBox="1"/>
          <p:nvPr/>
        </p:nvSpPr>
        <p:spPr>
          <a:xfrm>
            <a:off x="8046720" y="2267712"/>
            <a:ext cx="35112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</a:t>
            </a:r>
            <a:endParaRPr lang="zh-CN" sz="1050"/>
          </a:p>
        </p:txBody>
      </p:sp>
      <p:sp>
        <p:nvSpPr>
          <p:cNvPr id="20" name="Table Cell 1-0"/>
          <p:cNvSpPr/>
          <p:nvPr/>
        </p:nvSpPr>
        <p:spPr>
          <a:xfrm>
            <a:off x="566928" y="2752344"/>
            <a:ext cx="187452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21" name="Table Text 1-0"/>
          <p:cNvSpPr txBox="1"/>
          <p:nvPr/>
        </p:nvSpPr>
        <p:spPr>
          <a:xfrm>
            <a:off x="640080" y="2843784"/>
            <a:ext cx="17282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AI ??</a:t>
            </a:r>
            <a:endParaRPr lang="zh-CN" sz="1050"/>
          </a:p>
        </p:txBody>
      </p:sp>
      <p:sp>
        <p:nvSpPr>
          <p:cNvPr id="22" name="Table Cell 1-1"/>
          <p:cNvSpPr/>
          <p:nvPr/>
        </p:nvSpPr>
        <p:spPr>
          <a:xfrm>
            <a:off x="2441448" y="2752344"/>
            <a:ext cx="553212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23" name="Table Text 1-1"/>
          <p:cNvSpPr txBox="1"/>
          <p:nvPr/>
        </p:nvSpPr>
        <p:spPr>
          <a:xfrm>
            <a:off x="2514600" y="2843784"/>
            <a:ext cx="53858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LLM ???????????????????????</a:t>
            </a:r>
            <a:endParaRPr lang="zh-CN" sz="1050"/>
          </a:p>
        </p:txBody>
      </p:sp>
      <p:sp>
        <p:nvSpPr>
          <p:cNvPr id="24" name="Table Cell 1-2"/>
          <p:cNvSpPr/>
          <p:nvPr/>
        </p:nvSpPr>
        <p:spPr>
          <a:xfrm>
            <a:off x="7973568" y="2752344"/>
            <a:ext cx="365760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25" name="Table Text 1-2"/>
          <p:cNvSpPr txBox="1"/>
          <p:nvPr/>
        </p:nvSpPr>
        <p:spPr>
          <a:xfrm>
            <a:off x="8046720" y="2843784"/>
            <a:ext cx="35112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AI ????????</a:t>
            </a:r>
            <a:endParaRPr lang="zh-CN" sz="1050"/>
          </a:p>
        </p:txBody>
      </p:sp>
      <p:sp>
        <p:nvSpPr>
          <p:cNvPr id="26" name="Table Cell 2-0"/>
          <p:cNvSpPr/>
          <p:nvPr/>
        </p:nvSpPr>
        <p:spPr>
          <a:xfrm>
            <a:off x="566928" y="3328416"/>
            <a:ext cx="18745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27" name="Table Text 2-0"/>
          <p:cNvSpPr txBox="1"/>
          <p:nvPr/>
        </p:nvSpPr>
        <p:spPr>
          <a:xfrm>
            <a:off x="640080" y="3419856"/>
            <a:ext cx="17282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050"/>
          </a:p>
        </p:txBody>
      </p:sp>
      <p:sp>
        <p:nvSpPr>
          <p:cNvPr id="28" name="Table Cell 2-1"/>
          <p:cNvSpPr/>
          <p:nvPr/>
        </p:nvSpPr>
        <p:spPr>
          <a:xfrm>
            <a:off x="2441448" y="3328416"/>
            <a:ext cx="5532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29" name="Table Text 2-1"/>
          <p:cNvSpPr txBox="1"/>
          <p:nvPr/>
        </p:nvSpPr>
        <p:spPr>
          <a:xfrm>
            <a:off x="2514600" y="3419856"/>
            <a:ext cx="53858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LLM ??????????/????????????</a:t>
            </a:r>
            <a:endParaRPr lang="zh-CN" sz="1050"/>
          </a:p>
        </p:txBody>
      </p:sp>
      <p:sp>
        <p:nvSpPr>
          <p:cNvPr id="30" name="Table Cell 2-2"/>
          <p:cNvSpPr/>
          <p:nvPr/>
        </p:nvSpPr>
        <p:spPr>
          <a:xfrm>
            <a:off x="7973568" y="3328416"/>
            <a:ext cx="3657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31" name="Table Text 2-2"/>
          <p:cNvSpPr txBox="1"/>
          <p:nvPr/>
        </p:nvSpPr>
        <p:spPr>
          <a:xfrm>
            <a:off x="8046720" y="3419856"/>
            <a:ext cx="35112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</a:t>
            </a:r>
            <a:endParaRPr lang="zh-CN" sz="1050"/>
          </a:p>
        </p:txBody>
      </p:sp>
      <p:sp>
        <p:nvSpPr>
          <p:cNvPr id="32" name="Table Cell 3-0"/>
          <p:cNvSpPr/>
          <p:nvPr/>
        </p:nvSpPr>
        <p:spPr>
          <a:xfrm>
            <a:off x="566928" y="3904488"/>
            <a:ext cx="187452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33" name="Table Text 3-0"/>
          <p:cNvSpPr txBox="1"/>
          <p:nvPr/>
        </p:nvSpPr>
        <p:spPr>
          <a:xfrm>
            <a:off x="640080" y="3995928"/>
            <a:ext cx="17282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050"/>
          </a:p>
        </p:txBody>
      </p:sp>
      <p:sp>
        <p:nvSpPr>
          <p:cNvPr id="34" name="Table Cell 3-1"/>
          <p:cNvSpPr/>
          <p:nvPr/>
        </p:nvSpPr>
        <p:spPr>
          <a:xfrm>
            <a:off x="2441448" y="3904488"/>
            <a:ext cx="553212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35" name="Table Text 3-1"/>
          <p:cNvSpPr txBox="1"/>
          <p:nvPr/>
        </p:nvSpPr>
        <p:spPr>
          <a:xfrm>
            <a:off x="2514600" y="3995928"/>
            <a:ext cx="53858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Postgres ?????????????????</a:t>
            </a:r>
            <a:endParaRPr lang="zh-CN" sz="1050"/>
          </a:p>
        </p:txBody>
      </p:sp>
      <p:sp>
        <p:nvSpPr>
          <p:cNvPr id="36" name="Table Cell 3-2"/>
          <p:cNvSpPr/>
          <p:nvPr/>
        </p:nvSpPr>
        <p:spPr>
          <a:xfrm>
            <a:off x="7973568" y="3904488"/>
            <a:ext cx="365760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37" name="Table Text 3-2"/>
          <p:cNvSpPr txBox="1"/>
          <p:nvPr/>
        </p:nvSpPr>
        <p:spPr>
          <a:xfrm>
            <a:off x="8046720" y="3995928"/>
            <a:ext cx="35112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</a:t>
            </a:r>
            <a:endParaRPr lang="zh-CN" sz="1050"/>
          </a:p>
        </p:txBody>
      </p:sp>
      <p:sp>
        <p:nvSpPr>
          <p:cNvPr id="38" name="Table Cell 4-0"/>
          <p:cNvSpPr/>
          <p:nvPr/>
        </p:nvSpPr>
        <p:spPr>
          <a:xfrm>
            <a:off x="566928" y="4480560"/>
            <a:ext cx="18745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39" name="Table Text 4-0"/>
          <p:cNvSpPr txBox="1"/>
          <p:nvPr/>
        </p:nvSpPr>
        <p:spPr>
          <a:xfrm>
            <a:off x="640080" y="4572000"/>
            <a:ext cx="17282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050"/>
          </a:p>
        </p:txBody>
      </p:sp>
      <p:sp>
        <p:nvSpPr>
          <p:cNvPr id="40" name="Table Cell 4-1"/>
          <p:cNvSpPr/>
          <p:nvPr/>
        </p:nvSpPr>
        <p:spPr>
          <a:xfrm>
            <a:off x="2441448" y="4480560"/>
            <a:ext cx="5532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41" name="Table Text 4-1"/>
          <p:cNvSpPr txBox="1"/>
          <p:nvPr/>
        </p:nvSpPr>
        <p:spPr>
          <a:xfrm>
            <a:off x="2514600" y="4572000"/>
            <a:ext cx="53858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 H5 ??????????/????</a:t>
            </a:r>
            <a:endParaRPr lang="zh-CN" sz="1050"/>
          </a:p>
        </p:txBody>
      </p:sp>
      <p:sp>
        <p:nvSpPr>
          <p:cNvPr id="42" name="Table Cell 4-2"/>
          <p:cNvSpPr/>
          <p:nvPr/>
        </p:nvSpPr>
        <p:spPr>
          <a:xfrm>
            <a:off x="7973568" y="4480560"/>
            <a:ext cx="3657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43" name="Table Text 4-2"/>
          <p:cNvSpPr txBox="1"/>
          <p:nvPr/>
        </p:nvSpPr>
        <p:spPr>
          <a:xfrm>
            <a:off x="8046720" y="4572000"/>
            <a:ext cx="35112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</a:t>
            </a:r>
            <a:endParaRPr lang="zh-CN" sz="1050"/>
          </a:p>
        </p:txBody>
      </p:sp>
      <p:sp>
        <p:nvSpPr>
          <p:cNvPr id="44" name="Table Cell 5-0"/>
          <p:cNvSpPr/>
          <p:nvPr/>
        </p:nvSpPr>
        <p:spPr>
          <a:xfrm>
            <a:off x="566928" y="5056632"/>
            <a:ext cx="187452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45" name="Table Text 5-0"/>
          <p:cNvSpPr txBox="1"/>
          <p:nvPr/>
        </p:nvSpPr>
        <p:spPr>
          <a:xfrm>
            <a:off x="640080" y="5148072"/>
            <a:ext cx="17282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</a:t>
            </a:r>
            <a:endParaRPr lang="zh-CN" sz="1050"/>
          </a:p>
        </p:txBody>
      </p:sp>
      <p:sp>
        <p:nvSpPr>
          <p:cNvPr id="46" name="Table Cell 5-1"/>
          <p:cNvSpPr/>
          <p:nvPr/>
        </p:nvSpPr>
        <p:spPr>
          <a:xfrm>
            <a:off x="2441448" y="5056632"/>
            <a:ext cx="553212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47" name="Table Text 5-1"/>
          <p:cNvSpPr txBox="1"/>
          <p:nvPr/>
        </p:nvSpPr>
        <p:spPr>
          <a:xfrm>
            <a:off x="2514600" y="5148072"/>
            <a:ext cx="538581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 SQL????????????????</a:t>
            </a:r>
            <a:endParaRPr lang="zh-CN" sz="1050"/>
          </a:p>
        </p:txBody>
      </p:sp>
      <p:sp>
        <p:nvSpPr>
          <p:cNvPr id="48" name="Table Cell 5-2"/>
          <p:cNvSpPr/>
          <p:nvPr/>
        </p:nvSpPr>
        <p:spPr>
          <a:xfrm>
            <a:off x="7973568" y="5056632"/>
            <a:ext cx="3657600" cy="576072"/>
          </a:xfrm>
          <a:prstGeom prst="rect">
            <a:avLst/>
          </a:prstGeom>
          <a:solidFill>
            <a:srgbClr val="FBFCFE"/>
          </a:solidFill>
          <a:ln w="12700">
            <a:solidFill>
              <a:srgbClr val="D7DFEB"/>
            </a:solidFill>
          </a:ln>
        </p:spPr>
      </p:sp>
      <p:sp>
        <p:nvSpPr>
          <p:cNvPr id="49" name="Table Text 5-2"/>
          <p:cNvSpPr txBox="1"/>
          <p:nvPr/>
        </p:nvSpPr>
        <p:spPr>
          <a:xfrm>
            <a:off x="8046720" y="5148072"/>
            <a:ext cx="35112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05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</a:t>
            </a:r>
            <a:endParaRPr lang="zh-CN"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10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Roadmap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</a:t>
            </a:r>
            <a:endParaRPr lang="zh-CN" sz="3000"/>
          </a:p>
        </p:txBody>
      </p:sp>
      <p:sp>
        <p:nvSpPr>
          <p:cNvPr id="7" name="Card ??? MVP"/>
          <p:cNvSpPr/>
          <p:nvPr/>
        </p:nvSpPr>
        <p:spPr>
          <a:xfrm>
            <a:off x="777240" y="1874520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 MVP"/>
          <p:cNvSpPr/>
          <p:nvPr/>
        </p:nvSpPr>
        <p:spPr>
          <a:xfrm>
            <a:off x="777240" y="1874520"/>
            <a:ext cx="73152" cy="242316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 MVP"/>
          <p:cNvSpPr txBox="1"/>
          <p:nvPr/>
        </p:nvSpPr>
        <p:spPr>
          <a:xfrm>
            <a:off x="978408" y="2039112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 MVP</a:t>
            </a:r>
            <a:endParaRPr lang="zh-CN" sz="1600"/>
          </a:p>
        </p:txBody>
      </p:sp>
      <p:sp>
        <p:nvSpPr>
          <p:cNvPr id="10" name="Card Body ??? MVP"/>
          <p:cNvSpPr txBox="1"/>
          <p:nvPr/>
        </p:nvSpPr>
        <p:spPr>
          <a:xfrm>
            <a:off x="978408" y="2441448"/>
            <a:ext cx="2935224" cy="170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??????AI ????????????????????????</a:t>
            </a:r>
            <a:endParaRPr lang="zh-CN" sz="1300"/>
          </a:p>
        </p:txBody>
      </p:sp>
      <p:sp>
        <p:nvSpPr>
          <p:cNvPr id="11" name="Card ?????"/>
          <p:cNvSpPr/>
          <p:nvPr/>
        </p:nvSpPr>
        <p:spPr>
          <a:xfrm>
            <a:off x="4434840" y="1874520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????"/>
          <p:cNvSpPr/>
          <p:nvPr/>
        </p:nvSpPr>
        <p:spPr>
          <a:xfrm>
            <a:off x="4434840" y="1874520"/>
            <a:ext cx="73152" cy="2423160"/>
          </a:xfrm>
          <a:prstGeom prst="rect">
            <a:avLst/>
          </a:prstGeom>
          <a:solidFill>
            <a:srgbClr val="B45F2A"/>
          </a:solidFill>
          <a:ln>
            <a:noFill/>
          </a:ln>
        </p:spPr>
      </p:sp>
      <p:sp>
        <p:nvSpPr>
          <p:cNvPr id="13" name="Card Title ?????"/>
          <p:cNvSpPr txBox="1"/>
          <p:nvPr/>
        </p:nvSpPr>
        <p:spPr>
          <a:xfrm>
            <a:off x="4636008" y="2039112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</a:t>
            </a:r>
            <a:endParaRPr lang="zh-CN" sz="1600"/>
          </a:p>
        </p:txBody>
      </p:sp>
      <p:sp>
        <p:nvSpPr>
          <p:cNvPr id="14" name="Card Body ?????"/>
          <p:cNvSpPr txBox="1"/>
          <p:nvPr/>
        </p:nvSpPr>
        <p:spPr>
          <a:xfrm>
            <a:off x="4636008" y="2441448"/>
            <a:ext cx="2935224" cy="170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??????????????????????????</a:t>
            </a:r>
            <a:endParaRPr lang="zh-CN" sz="1300"/>
          </a:p>
        </p:txBody>
      </p:sp>
      <p:sp>
        <p:nvSpPr>
          <p:cNvPr id="15" name="Card ?????"/>
          <p:cNvSpPr/>
          <p:nvPr/>
        </p:nvSpPr>
        <p:spPr>
          <a:xfrm>
            <a:off x="8092440" y="1874520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6" name="Card Accent ?????"/>
          <p:cNvSpPr/>
          <p:nvPr/>
        </p:nvSpPr>
        <p:spPr>
          <a:xfrm>
            <a:off x="8092440" y="1874520"/>
            <a:ext cx="73152" cy="2423160"/>
          </a:xfrm>
          <a:prstGeom prst="rect">
            <a:avLst/>
          </a:prstGeom>
          <a:solidFill>
            <a:srgbClr val="2F7D5B"/>
          </a:solidFill>
          <a:ln>
            <a:noFill/>
          </a:ln>
        </p:spPr>
      </p:sp>
      <p:sp>
        <p:nvSpPr>
          <p:cNvPr id="17" name="Card Title ?????"/>
          <p:cNvSpPr txBox="1"/>
          <p:nvPr/>
        </p:nvSpPr>
        <p:spPr>
          <a:xfrm>
            <a:off x="8293608" y="2039112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?????</a:t>
            </a:r>
            <a:endParaRPr lang="zh-CN" sz="1600"/>
          </a:p>
        </p:txBody>
      </p:sp>
      <p:sp>
        <p:nvSpPr>
          <p:cNvPr id="18" name="Card Body ?????"/>
          <p:cNvSpPr txBox="1"/>
          <p:nvPr/>
        </p:nvSpPr>
        <p:spPr>
          <a:xfrm>
            <a:off x="8293608" y="2441448"/>
            <a:ext cx="2935224" cy="170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CRM ???????????????????????????</a:t>
            </a:r>
            <a:endParaRPr lang="zh-CN" sz="1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4" name="Slide Number"/>
          <p:cNvSpPr txBox="1"/>
          <p:nvPr/>
        </p:nvSpPr>
        <p:spPr>
          <a:xfrm>
            <a:off x="10561320" y="25603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r"/>
            <a:r>
              <a:rPr lang="zh-CN" sz="12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11 / 11</a:t>
            </a:r>
            <a:endParaRPr lang="zh-CN" sz="1200"/>
          </a:p>
        </p:txBody>
      </p:sp>
      <p:sp>
        <p:nvSpPr>
          <p:cNvPr id="5" name="Eyebrow"/>
          <p:cNvSpPr txBox="1"/>
          <p:nvPr/>
        </p:nvSpPr>
        <p:spPr>
          <a:xfrm>
            <a:off x="658368" y="438912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400" b="1" dirty="0">
                <a:solidFill>
                  <a:srgbClr val="0F7B8F"/>
                </a:solidFill>
                <a:latin typeface="Segoe UI"/>
                <a:ea typeface="Microsoft YaHei"/>
                <a:cs typeface="Arial"/>
              </a:rPr>
              <a:t>MVP Scope</a:t>
            </a:r>
            <a:endParaRPr lang="zh-CN" sz="1400"/>
          </a:p>
        </p:txBody>
      </p:sp>
      <p:sp>
        <p:nvSpPr>
          <p:cNvPr id="6" name="Title"/>
          <p:cNvSpPr txBox="1"/>
          <p:nvPr/>
        </p:nvSpPr>
        <p:spPr>
          <a:xfrm>
            <a:off x="658368" y="822960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3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</a:t>
            </a:r>
            <a:endParaRPr lang="zh-CN" sz="3000"/>
          </a:p>
        </p:txBody>
      </p:sp>
      <p:sp>
        <p:nvSpPr>
          <p:cNvPr id="7" name="Card ????"/>
          <p:cNvSpPr/>
          <p:nvPr/>
        </p:nvSpPr>
        <p:spPr>
          <a:xfrm>
            <a:off x="822960" y="1828800"/>
            <a:ext cx="4983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8" name="Card Accent ????"/>
          <p:cNvSpPr/>
          <p:nvPr/>
        </p:nvSpPr>
        <p:spPr>
          <a:xfrm>
            <a:off x="822960" y="1828800"/>
            <a:ext cx="73152" cy="2286000"/>
          </a:xfrm>
          <a:prstGeom prst="rect">
            <a:avLst/>
          </a:prstGeom>
          <a:solidFill>
            <a:srgbClr val="0F7B8F"/>
          </a:solidFill>
          <a:ln>
            <a:noFill/>
          </a:ln>
        </p:spPr>
      </p:sp>
      <p:sp>
        <p:nvSpPr>
          <p:cNvPr id="9" name="Card Title ????"/>
          <p:cNvSpPr txBox="1"/>
          <p:nvPr/>
        </p:nvSpPr>
        <p:spPr>
          <a:xfrm>
            <a:off x="1024128" y="1993392"/>
            <a:ext cx="4581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0" name="Card Body ????"/>
          <p:cNvSpPr txBox="1"/>
          <p:nvPr/>
        </p:nvSpPr>
        <p:spPr>
          <a:xfrm>
            <a:off x="1024128" y="2395728"/>
            <a:ext cx="4581144" cy="1572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?????????????????????????AI ????????????????????????????</a:t>
            </a:r>
            <a:endParaRPr lang="zh-CN" sz="1300"/>
          </a:p>
        </p:txBody>
      </p:sp>
      <p:sp>
        <p:nvSpPr>
          <p:cNvPr id="11" name="Card ????"/>
          <p:cNvSpPr/>
          <p:nvPr/>
        </p:nvSpPr>
        <p:spPr>
          <a:xfrm>
            <a:off x="6309360" y="1828800"/>
            <a:ext cx="4983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FEB"/>
            </a:solidFill>
          </a:ln>
        </p:spPr>
      </p:sp>
      <p:sp>
        <p:nvSpPr>
          <p:cNvPr id="12" name="Card Accent ????"/>
          <p:cNvSpPr/>
          <p:nvPr/>
        </p:nvSpPr>
        <p:spPr>
          <a:xfrm>
            <a:off x="6309360" y="1828800"/>
            <a:ext cx="73152" cy="2286000"/>
          </a:xfrm>
          <a:prstGeom prst="rect">
            <a:avLst/>
          </a:prstGeom>
          <a:solidFill>
            <a:srgbClr val="B45F2A"/>
          </a:solidFill>
          <a:ln>
            <a:noFill/>
          </a:ln>
        </p:spPr>
      </p:sp>
      <p:sp>
        <p:nvSpPr>
          <p:cNvPr id="13" name="Card Title ????"/>
          <p:cNvSpPr txBox="1"/>
          <p:nvPr/>
        </p:nvSpPr>
        <p:spPr>
          <a:xfrm>
            <a:off x="6510528" y="1993392"/>
            <a:ext cx="4581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600" b="1" dirty="0">
                <a:solidFill>
                  <a:srgbClr val="224E7A"/>
                </a:solidFill>
                <a:latin typeface="Segoe UI"/>
                <a:ea typeface="Microsoft YaHei"/>
                <a:cs typeface="Arial"/>
              </a:rPr>
              <a:t>????</a:t>
            </a:r>
            <a:endParaRPr lang="zh-CN" sz="1600"/>
          </a:p>
        </p:txBody>
      </p:sp>
      <p:sp>
        <p:nvSpPr>
          <p:cNvPr id="14" name="Card Body ????"/>
          <p:cNvSpPr txBox="1"/>
          <p:nvPr/>
        </p:nvSpPr>
        <p:spPr>
          <a:xfrm>
            <a:off x="6510528" y="2395728"/>
            <a:ext cx="4581144" cy="1572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1300" dirty="0">
                <a:solidFill>
                  <a:srgbClr val="607089"/>
                </a:solidFill>
                <a:latin typeface="Segoe UI"/>
                <a:ea typeface="Microsoft YaHei"/>
                <a:cs typeface="Arial"/>
              </a:rPr>
              <a:t>?? CRM???????????Facebook/LinkedIn ?????????????????????</a:t>
            </a:r>
            <a:endParaRPr lang="zh-CN" sz="1300"/>
          </a:p>
        </p:txBody>
      </p:sp>
      <p:sp>
        <p:nvSpPr>
          <p:cNvPr id="15" name="Text"/>
          <p:cNvSpPr txBox="1"/>
          <p:nvPr/>
        </p:nvSpPr>
        <p:spPr>
          <a:xfrm>
            <a:off x="914400" y="470916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/>
            <a:r>
              <a:rPr lang="zh-CN" sz="2000" b="1" dirty="0">
                <a:solidFill>
                  <a:srgbClr val="162033"/>
                </a:solidFill>
                <a:latin typeface="Segoe UI"/>
                <a:ea typeface="Microsoft YaHei"/>
                <a:cs typeface="Arial"/>
              </a:rPr>
              <a:t>??????????????????????????????</a:t>
            </a:r>
            <a:endParaRPr lang="zh-CN" sz="2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x Editable">
  <a:themeElements>
    <a:clrScheme name="Codex">
      <a:dk1>
        <a:srgbClr val="162033"/>
      </a:dk1>
      <a:lt1>
        <a:srgbClr val="FFFFFF"/>
      </a:lt1>
      <a:dk2>
        <a:srgbClr val="224E7A"/>
      </a:dk2>
      <a:lt2>
        <a:srgbClr val="F6F8FB"/>
      </a:lt2>
      <a:accent1>
        <a:srgbClr val="0F7B8F"/>
      </a:accent1>
      <a:accent2>
        <a:srgbClr val="224E7A"/>
      </a:accent2>
      <a:accent3>
        <a:srgbClr val="2F7D5B"/>
      </a:accent3>
      <a:accent4>
        <a:srgbClr val="B45F2A"/>
      </a:accent4>
      <a:accent5>
        <a:srgbClr val="607089"/>
      </a:accent5>
      <a:accent6>
        <a:srgbClr val="D7DFEB"/>
      </a:accent6>
      <a:hlink>
        <a:srgbClr val="0F7B8F"/>
      </a:hlink>
      <a:folHlink>
        <a:srgbClr val="224E7A"/>
      </a:folHlink>
    </a:clrScheme>
    <a:fontScheme name="Codex">
      <a:majorFont>
        <a:latin typeface="Segoe UI"/>
        <a:ea typeface="Microsoft YaHei"/>
        <a:cs typeface="Arial"/>
      </a:majorFont>
      <a:minorFont>
        <a:latin typeface="Segoe UI"/>
        <a:ea typeface="Microsoft YaHei"/>
        <a:cs typeface="Arial"/>
      </a:minorFont>
    </a:fontScheme>
    <a:fmtScheme name="Codex">
      <a:fillStyleLst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11</Slides>
  <Company>Chison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 Sales Agent Report</dc:title>
  <dc:creator>Codex</dc:creator>
  <cp:lastModifiedBy>Codex</cp:lastModifiedBy>
  <dcterms:created xsi:type="dcterms:W3CDTF">2026-06-29T07:58:28Z</dcterms:created>
  <dcterms:modified xsi:type="dcterms:W3CDTF">2026-06-29T07:58:28Z</dcterms:modified>
</cp:coreProperties>
</file>