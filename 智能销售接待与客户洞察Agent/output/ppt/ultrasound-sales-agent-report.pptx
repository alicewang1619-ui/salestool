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jpg"/>
  <Relationship Id="rId2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jpg"/>
  <Relationship Id="rId2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jpg"/>
  <Relationship Id="rId2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jpg"/>
  <Relationship Id="rId2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jpg"/>
  <Relationship Id="rId2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jpg"/>
  <Relationship Id="rId2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7.jpg"/>
  <Relationship Id="rId2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8.jpg"/>
  <Relationship Id="rId2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9.jpg"/>
  <Relationship Id="rId2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0.jpg"/>
  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dex Minimal">
  <a:themeElements>
    <a:clrScheme name="Codex">
      <a:dk1>
        <a:srgbClr val="162033"/>
      </a:dk1>
      <a:lt1>
        <a:srgbClr val="FFFFFF"/>
      </a:lt1>
      <a:dk2>
        <a:srgbClr val="224E7A"/>
      </a:dk2>
      <a:lt2>
        <a:srgbClr val="F6F8FB"/>
      </a:lt2>
      <a:accent1>
        <a:srgbClr val="0F7B8F"/>
      </a:accent1>
      <a:accent2>
        <a:srgbClr val="224E7A"/>
      </a:accent2>
      <a:accent3>
        <a:srgbClr val="2F7D5B"/>
      </a:accent3>
      <a:accent4>
        <a:srgbClr val="B45F2A"/>
      </a:accent4>
      <a:accent5>
        <a:srgbClr val="607089"/>
      </a:accent5>
      <a:accent6>
        <a:srgbClr val="D7DFEB"/>
      </a:accent6>
      <a:hlink>
        <a:srgbClr val="0F7B8F"/>
      </a:hlink>
      <a:folHlink>
        <a:srgbClr val="224E7A"/>
      </a:folHlink>
    </a:clrScheme>
    <a:fontScheme name="Codex">
      <a:majorFont>
        <a:latin typeface="Segoe UI"/>
        <a:ea typeface="Microsoft YaHei"/>
        <a:cs typeface="Arial"/>
      </a:majorFont>
      <a:minorFont>
        <a:latin typeface="Segoe UI"/>
        <a:ea typeface="Microsoft YaHei"/>
        <a:cs typeface="Arial"/>
      </a:minorFont>
    </a:fontScheme>
    <a:fmtScheme name="Codex">
      <a:fillStyleLst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10</Slides>
  <Company>Chison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 Sales Agent Report</dc:title>
  <dc:creator>Codex</dc:creator>
  <cp:lastModifiedBy>Codex</cp:lastModifiedBy>
  <dcterms:created xsi:type="dcterms:W3CDTF">2026-06-29T07:12:37Z</dcterms:created>
  <dcterms:modified xsi:type="dcterms:W3CDTF">2026-06-29T07:12:37Z</dcterms:modified>
</cp:coreProperties>
</file>